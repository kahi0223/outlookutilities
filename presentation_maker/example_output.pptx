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43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468554-F48F-4A36-BAE4-342A4DF08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A42DBC-3498-4FEA-96FD-013A16941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A1CE3A-5860-47CD-ABD4-279A3AFE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5413C5-0315-4C57-B7A4-1084375C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2F36FF-2F89-406C-98B0-EF587732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3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C98F80-6FB2-44CE-A042-580AC864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92C9C7-E9C3-4C4E-9107-6CB8A8F3A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EEC5E4-2078-417A-9691-B938B566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1D09EA-11C9-4530-9DBA-3932437C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66D95-6A71-4BDE-8901-C9F86D5C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313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F4A224-8F8F-48D3-95E7-FFA7C168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13A85B-6DD4-4439-ADCB-5BAB4D0DB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E69157-5759-4094-A925-573C52C2B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99D448-A0C1-492C-AD88-DA856653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3E2B-DCBB-474F-B308-2804E5C7208E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6E84A6-EBCF-4CA6-A8B0-5800AD52E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44D1A7-425F-4966-BECB-EB86F81A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FD5D-6464-447A-8E76-2F3723A78D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209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951BB4-B53B-4CBE-8535-56880FBA18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9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9A6310-D73E-42E0-8232-8DB93BD2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807C9B-D611-411E-95B9-7992A249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31D7E2-465D-4D48-8134-B724653C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699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4DE441D-40A9-4C57-85CF-15458058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C18D89-8CFE-4A42-9A50-9B8BD8F6D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D29C59-2EA0-4A62-B4C8-766EBADC0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C89071-81BA-4EB9-8E19-E1ADAFE17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62A17-49E1-490C-A5DA-89C911EA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85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0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</a:t>
            </a:r>
          </a:p>
          <a:p>
            <a:r>
              <a:t>second line</a:t>
            </a:r>
          </a:p>
          <a:p>
            <a:r>
              <a:t>third line</a:t>
            </a:r>
          </a:p>
          <a:p>
            <a:r>
              <a:t>forth line</a:t>
            </a:r>
          </a:p>
          <a:p>
            <a:r>
              <a:t>fifth line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u="sng"/>
            </a:pPr>
            <a:r>
              <a:t>first line</a:t>
            </a:r>
          </a:p>
          <a:p>
            <a:pPr lvl="1"/>
            <a:r>
              <a:t>second line</a:t>
            </a:r>
          </a:p>
          <a:p>
            <a:pPr lvl="2"/>
            <a:r>
              <a:t>third line</a:t>
            </a:r>
          </a:p>
          <a:p>
            <a:pPr lvl="1"/>
            <a:r>
              <a:t>forth line</a:t>
            </a:r>
          </a:p>
          <a:p>
            <a:pPr lvl="2"/>
            <a:r>
              <a:t>fifth line</a:t>
            </a:r>
          </a:p>
          <a:p>
            <a:pPr lvl="1"/>
            <a:r>
              <a:t>sixth line</a:t>
            </a:r>
          </a:p>
          <a:p>
            <a:pPr lvl="2"/>
            <a:r>
              <a:t>seventh line</a:t>
            </a:r>
          </a:p>
          <a:p>
            <a:pPr lvl="1"/>
            <a:r>
              <a:t>eighth line</a:t>
            </a:r>
          </a:p>
          <a:p>
            <a:r>
              <a:t>ninth line</a:t>
            </a:r>
          </a:p>
          <a:p>
            <a:pPr>
              <a:defRPr u="sng"/>
            </a:pPr>
            <a:r>
              <a:t>tenth line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first line</a:t>
            </a:r>
          </a:p>
          <a:p>
            <a:r>
              <a:t>second line</a:t>
            </a:r>
          </a:p>
          <a:p>
            <a:r>
              <a:t>third line</a:t>
            </a:r>
          </a:p>
          <a:p>
            <a:r>
              <a:t>forth line</a:t>
            </a:r>
          </a:p>
          <a:p>
            <a:r>
              <a:t>fifth line</a:t>
            </a:r>
          </a:p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first line</a:t>
            </a:r>
          </a:p>
          <a:p>
            <a:r>
              <a:t>second line</a:t>
            </a:r>
          </a:p>
          <a:p>
            <a:r>
              <a:t>third line</a:t>
            </a:r>
          </a:p>
          <a:p>
            <a:r>
              <a:t>forth line</a:t>
            </a:r>
          </a:p>
          <a:p>
            <a:r>
              <a:t>fifth line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Tomita, Ayane (SOMK)</dc:creator>
  <cp:lastModifiedBy>Tomita, Ayane (SOMK)</cp:lastModifiedBy>
  <cp:revision>9</cp:revision>
  <dcterms:created xsi:type="dcterms:W3CDTF">2021-02-19T02:08:23Z</dcterms:created>
  <dcterms:modified xsi:type="dcterms:W3CDTF">2021-02-19T02:44:47Z</dcterms:modified>
</cp:coreProperties>
</file>