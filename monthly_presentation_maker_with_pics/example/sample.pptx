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3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28" d="100"/>
          <a:sy n="28" d="100"/>
        </p:scale>
        <p:origin x="48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C393F1-6CD0-4824-A69B-E22B70A64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FCCBEB5-924A-4E18-B7D1-2A43EBA5C9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1F232C1-C6EC-4233-9AEA-47BC72AB5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327E9-C471-4332-9349-8FFDF2059055}" type="datetimeFigureOut">
              <a:rPr kumimoji="1" lang="ja-JP" altLang="en-US" smtClean="0"/>
              <a:t>2021/2/19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10E8871-5CBB-43A1-B56D-55471B179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3AF82A7-317B-4C06-9A1A-B88B9D572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93EC9-0C3B-42FE-9FC3-84C6E2CB5C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6159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A6EF4F-68D4-485E-9651-CF5FADAEF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50D4292-22EF-48A0-93D1-4CC7A4F7E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327E9-C471-4332-9349-8FFDF2059055}" type="datetimeFigureOut">
              <a:rPr kumimoji="1" lang="ja-JP" altLang="en-US" smtClean="0"/>
              <a:t>2021/2/19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D65A043-8335-4578-95AE-1858F9647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6F51F08-1649-4F8B-A205-03615AC87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93EC9-0C3B-42FE-9FC3-84C6E2CB5C7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テキスト プレースホルダー 25">
            <a:extLst>
              <a:ext uri="{FF2B5EF4-FFF2-40B4-BE49-F238E27FC236}">
                <a16:creationId xmlns:a16="http://schemas.microsoft.com/office/drawing/2014/main" id="{E47A2C38-3607-4C85-A363-25375F4502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35199" y="2501286"/>
            <a:ext cx="9876512" cy="1185454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lnSpc>
                <a:spcPct val="100000"/>
              </a:lnSpc>
              <a:buNone/>
              <a:defRPr sz="1600" u="sng"/>
            </a:lvl1pPr>
            <a:lvl2pPr marL="0" indent="0">
              <a:lnSpc>
                <a:spcPct val="100000"/>
              </a:lnSpc>
              <a:buNone/>
              <a:defRPr sz="1600"/>
            </a:lvl2pPr>
            <a:lvl3pPr marL="288000" indent="0">
              <a:lnSpc>
                <a:spcPct val="100000"/>
              </a:lnSpc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  <a:endParaRPr kumimoji="1" lang="en-US" altLang="ja-JP" dirty="0"/>
          </a:p>
        </p:txBody>
      </p:sp>
      <p:sp>
        <p:nvSpPr>
          <p:cNvPr id="8" name="テキスト プレースホルダー 25">
            <a:extLst>
              <a:ext uri="{FF2B5EF4-FFF2-40B4-BE49-F238E27FC236}">
                <a16:creationId xmlns:a16="http://schemas.microsoft.com/office/drawing/2014/main" id="{D4936957-C2A3-4B31-B0D2-958DD036060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35199" y="3804377"/>
            <a:ext cx="9876512" cy="1185454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lnSpc>
                <a:spcPct val="100000"/>
              </a:lnSpc>
              <a:buNone/>
              <a:defRPr sz="1600" u="sng"/>
            </a:lvl1pPr>
            <a:lvl2pPr marL="0" indent="0">
              <a:lnSpc>
                <a:spcPct val="100000"/>
              </a:lnSpc>
              <a:buNone/>
              <a:defRPr sz="1600"/>
            </a:lvl2pPr>
            <a:lvl3pPr marL="288000" indent="0">
              <a:lnSpc>
                <a:spcPct val="100000"/>
              </a:lnSpc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174732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A6EF4F-68D4-485E-9651-CF5FADAEF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50D4292-22EF-48A0-93D1-4CC7A4F7E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327E9-C471-4332-9349-8FFDF2059055}" type="datetimeFigureOut">
              <a:rPr kumimoji="1" lang="ja-JP" altLang="en-US" smtClean="0"/>
              <a:t>2021/2/19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D65A043-8335-4578-95AE-1858F9647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6F51F08-1649-4F8B-A205-03615AC87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93EC9-0C3B-42FE-9FC3-84C6E2CB5C7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テキスト プレースホルダー 25">
            <a:extLst>
              <a:ext uri="{FF2B5EF4-FFF2-40B4-BE49-F238E27FC236}">
                <a16:creationId xmlns:a16="http://schemas.microsoft.com/office/drawing/2014/main" id="{E47A2C38-3607-4C85-A363-25375F4502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35199" y="1859258"/>
            <a:ext cx="9876512" cy="1185454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lnSpc>
                <a:spcPct val="100000"/>
              </a:lnSpc>
              <a:buNone/>
              <a:defRPr sz="1600" u="sng"/>
            </a:lvl1pPr>
            <a:lvl2pPr marL="0" indent="0">
              <a:lnSpc>
                <a:spcPct val="100000"/>
              </a:lnSpc>
              <a:buNone/>
              <a:defRPr sz="1600"/>
            </a:lvl2pPr>
            <a:lvl3pPr marL="288000" indent="0">
              <a:lnSpc>
                <a:spcPct val="100000"/>
              </a:lnSpc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2755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E8AACE1-D30A-4549-A5EE-7D780599A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749E184-5F8C-4CFE-B1E3-4BEF2CB8E9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ABA93A8-2B44-47BB-9102-E6AB1B05B8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327E9-C471-4332-9349-8FFDF2059055}" type="datetimeFigureOut">
              <a:rPr kumimoji="1" lang="ja-JP" altLang="en-US" smtClean="0"/>
              <a:t>2021/2/19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4C5961B-5537-4FE2-A656-1F9B9971F5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75389AD-D5AB-4CF2-B277-9E3E6D20B9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C93EC9-0C3B-42FE-9FC3-84C6E2CB5C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9788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MM Summary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Summary</a:t>
            </a:r>
          </a:p>
          <a:p>
            <a:r>
              <a:t>MM: ##</a:t>
            </a:r>
          </a:p>
          <a:p>
            <a:r>
              <a:t>pre MM: ##</a:t>
            </a:r>
          </a:p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Summary2</a:t>
            </a:r>
          </a:p>
          <a:p>
            <a:r>
              <a:t>MM: ##</a:t>
            </a:r>
          </a:p>
          <a:p>
            <a:r>
              <a:t>pre MM: ##</a:t>
            </a:r>
          </a:p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defRPr u="sng"/>
            </a:pPr>
            <a:r>
              <a:t>MM (vs pre MM)</a:t>
            </a:r>
          </a:p>
          <a:p>
            <a:pPr lvl="1"/>
            <a:r>
              <a:t>memo1</a:t>
            </a:r>
          </a:p>
          <a:p>
            <a:pPr lvl="1"/>
            <a:r>
              <a:t>memo2</a:t>
            </a:r>
          </a:p>
          <a:p>
            <a:pPr lvl="1"/>
            <a:r>
              <a:t>memo3</a:t>
            </a:r>
          </a:p>
          <a:p>
            <a:endParaRPr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3365500"/>
            <a:ext cx="10287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defRPr u="sng"/>
            </a:pPr>
            <a:r>
              <a:t>MM (vs pre MM)</a:t>
            </a:r>
          </a:p>
          <a:p>
            <a:pPr lvl="1"/>
            <a:r>
              <a:t>memo4</a:t>
            </a:r>
          </a:p>
          <a:p>
            <a:pPr lvl="1"/>
            <a:r>
              <a:t>memo5</a:t>
            </a:r>
          </a:p>
          <a:p>
            <a:pPr lvl="1"/>
            <a:r>
              <a:t>memo6</a:t>
            </a:r>
          </a:p>
          <a:p>
            <a:endParaRPr/>
          </a:p>
        </p:txBody>
      </p:sp>
      <p:pic>
        <p:nvPicPr>
          <p:cNvPr id="4" name="Picture 3" descr="shaped_pic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9900" y="4546600"/>
            <a:ext cx="6172200" cy="2057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38</Words>
  <Application>Microsoft Office PowerPoint</Application>
  <PresentationFormat>ワイド画面</PresentationFormat>
  <Paragraphs>17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MM Summary</vt:lpstr>
      <vt:lpstr>TITLE1</vt:lpstr>
      <vt:lpstr>TITLE2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MM Summary</dc:title>
  <dc:creator>Tomita, Ayane (SOMK)</dc:creator>
  <cp:lastModifiedBy>Tomita, Ayane (SOMK)</cp:lastModifiedBy>
  <cp:revision>5</cp:revision>
  <dcterms:created xsi:type="dcterms:W3CDTF">2021-02-19T04:15:35Z</dcterms:created>
  <dcterms:modified xsi:type="dcterms:W3CDTF">2021-02-19T04:35:46Z</dcterms:modified>
</cp:coreProperties>
</file>