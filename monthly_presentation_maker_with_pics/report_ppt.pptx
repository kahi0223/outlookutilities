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8" d="100"/>
          <a:sy n="28" d="100"/>
        </p:scale>
        <p:origin x="48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393F1-6CD0-4824-A69B-E22B70A6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CCBEB5-924A-4E18-B7D1-2A43EBA5C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F232C1-C6EC-4233-9AEA-47BC72AB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0E8871-5CBB-43A1-B56D-55471B17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AF82A7-317B-4C06-9A1A-B88B9D57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15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6EF4F-68D4-485E-9651-CF5FADAE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D4292-22EF-48A0-93D1-4CC7A4F7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5A043-8335-4578-95AE-1858F96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51F08-1649-4F8B-A205-03615AC8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5">
            <a:extLst>
              <a:ext uri="{FF2B5EF4-FFF2-40B4-BE49-F238E27FC236}">
                <a16:creationId xmlns:a16="http://schemas.microsoft.com/office/drawing/2014/main" id="{E47A2C38-3607-4C85-A363-25375F450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199" y="2501286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テキスト プレースホルダー 25">
            <a:extLst>
              <a:ext uri="{FF2B5EF4-FFF2-40B4-BE49-F238E27FC236}">
                <a16:creationId xmlns:a16="http://schemas.microsoft.com/office/drawing/2014/main" id="{D4936957-C2A3-4B31-B0D2-958DD03606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5199" y="3804377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7473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6EF4F-68D4-485E-9651-CF5FADAE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D4292-22EF-48A0-93D1-4CC7A4F7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5A043-8335-4578-95AE-1858F96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51F08-1649-4F8B-A205-03615AC8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5">
            <a:extLst>
              <a:ext uri="{FF2B5EF4-FFF2-40B4-BE49-F238E27FC236}">
                <a16:creationId xmlns:a16="http://schemas.microsoft.com/office/drawing/2014/main" id="{E47A2C38-3607-4C85-A363-25375F450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199" y="1859258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7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8AACE1-D30A-4549-A5EE-7D780599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49E184-5F8C-4CFE-B1E3-4BEF2CB8E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BA93A8-2B44-47BB-9102-E6AB1B05B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C5961B-5537-4FE2-A656-1F9B9971F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5389AD-D5AB-4CF2-B277-9E3E6D20B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8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Summary</dc:title>
  <dc:creator>Tomita, Ayane (SOMK)</dc:creator>
  <cp:lastModifiedBy>Tomita, Ayane (SOMK)</cp:lastModifiedBy>
  <cp:revision>6</cp:revision>
  <dcterms:created xsi:type="dcterms:W3CDTF">2021-02-19T04:15:35Z</dcterms:created>
  <dcterms:modified xsi:type="dcterms:W3CDTF">2021-02-19T04:36:32Z</dcterms:modified>
</cp:coreProperties>
</file>